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9D4204-20D0-445B-9C09-E468567499F5}">
  <a:tblStyle styleId="{269D4204-20D0-445B-9C09-E468567499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5.xml"/><Relationship Id="rId22" Type="http://schemas.openxmlformats.org/officeDocument/2006/relationships/font" Target="fonts/Inter-italic.fntdata"/><Relationship Id="rId10" Type="http://schemas.openxmlformats.org/officeDocument/2006/relationships/slide" Target="slides/slide4.xml"/><Relationship Id="rId21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0409347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90409347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0409347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0409347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90409347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90409347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90409347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90409347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90409347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90409347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90409347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90409347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90409347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90409347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0409347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0409347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90409347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90409347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90409347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90409347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90409347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90409347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90409347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90409347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hyperlink" Target="https://wallets.arrayton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hyperlink" Target="https://wallets.arrayton.com" TargetMode="External"/><Relationship Id="rId5" Type="http://schemas.openxmlformats.org/officeDocument/2006/relationships/hyperlink" Target="https://github.com/rAndom1zeeeR/ton-wallets" TargetMode="External"/><Relationship Id="rId6" Type="http://schemas.openxmlformats.org/officeDocument/2006/relationships/hyperlink" Target="https://wallets.arrayton.com/mira/export/messag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97875"/>
            <a:ext cx="8520600" cy="10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latin typeface="Inter"/>
                <a:ea typeface="Inter"/>
                <a:cs typeface="Inter"/>
                <a:sym typeface="Inter"/>
              </a:rPr>
              <a:t>Wallets App — Smart Wallet Analytics &amp; Cross-Chain Swaps on TON</a:t>
            </a:r>
            <a:endParaRPr sz="3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56550" y="36639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Built for STON.fi Vibe Coding Hackathon Wave 2 — 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STON.fi Track + Mira Track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The Problem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50350"/>
            <a:ext cx="7194300" cy="29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TON blockchain has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M+ active wallets, but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unified analytics dashboard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Users can't track portfolio PnL, swap performance, or jetton price changes in one place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swaps require navigating multiple DEXs and bridges —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fragmented UX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data is scattered across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TonAPI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endpoints with no aggregated view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Our Solution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2115725"/>
            <a:ext cx="75156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Explorer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browse, search, and analyze any TON wallet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Portfolio &amp; PnL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real-time price tracking with 24h/7d/30d diffs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 Analytics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inferred swap detection, PnL per jetton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Swaps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Omnistone integration for seamless multi-chain swaps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5. </a:t>
            </a:r>
            <a:r>
              <a:rPr b="1"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AI-Powered Insights</a:t>
            </a:r>
            <a:r>
              <a:rPr lang="ru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Mira AI agent for media content and documentations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Wallets App — all-in-one platform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Tech Stack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862775" y="136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{269D4204-20D0-445B-9C09-E468567499F5}</a:tableStyleId>
              </a:tblPr>
              <a:tblGrid>
                <a:gridCol w="3597075"/>
                <a:gridCol w="3597075"/>
              </a:tblGrid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Layer</a:t>
                      </a:r>
                      <a:endParaRPr b="1"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Technology</a:t>
                      </a:r>
                      <a:endParaRPr b="1"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Framework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Next.js 16 (App Router)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 + Prisma 7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Auth.js v5 + TON Connect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Blockchain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@ton/core, TonAPI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Cross-chain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STON.fi Omniston SDK v1beta8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EVM Connect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Reown AppKit (WalletConnect)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Radix UI, shadcn/ui, Tailwind CSS 4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Deployment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Docker / Vercel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4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Agents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Mira (@mira), Cursor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Omniston Integration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2138150"/>
            <a:ext cx="85206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Omniston SDK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WebSocket-based routing for best-price cross-chain swaps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Reown AppKit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EVM wallet connection (MetaMask, WalletConnect, etc.)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Production endpoint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`wss://omni-ws.ston.fi` (no staging needed)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 flow: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User selects tokens → Omniston routes → Best price execution → On-chain settlement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bridges, no wrapped tokens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native cross-chain via aggregated liquidity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11775" y="1368100"/>
            <a:ext cx="8520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swaps powered by STON.fi Omniston SDK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TonAPI Integration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2138150"/>
            <a:ext cx="82485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Events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real-time transaction history with action classification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Prices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USD/TON prices with 24h, 7d, 30d percentage changes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Address Metadata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scam flags, verification status, action counts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Sync Engine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pulls TonAPI data into PostgreSQL for fast queries &amp; historical analysis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231750" y="1368100"/>
            <a:ext cx="8739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TonAPI — the backbone of wallet data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Mira AI Integration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2138150"/>
            <a:ext cx="8520600" cy="27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project materials —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README, presentation text, descriptions were created using 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@mira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Code assistance —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Mira helped scaffold components, debug integrations, and generate documentation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Hackathon compliance —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Mira is embedded in the development process AND the product presentation 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231750" y="1368100"/>
            <a:ext cx="8739600" cy="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Mira AI agent — integrated into the development workflow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Wallet Explorer &amp; PnL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2115725"/>
            <a:ext cx="63195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Search any TON address → instant overview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Event history with pagination and filters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holdings with real-time price tracking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Portfolio PnL calculation per jetton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Swap detection: automatically infers swaps from transaction actions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Admin role system (wallet address)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Explorer — deep analytics for any TON wallet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Live Product Demo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2115725"/>
            <a:ext cx="63195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list with search and overview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Wallet detail: events, balances, PnL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Jetton portfolio with price changes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Omnistone cross-chain swap interface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Sign-in with TON Connect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https://wallets.arrayton.com</a:t>
            </a:r>
            <a:endParaRPr b="1"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What Makes Us Different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2115725"/>
            <a:ext cx="83604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All-in-one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Analytics + Swaps + AI in a single platform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 PnL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Not just balances, but actual profit/loss tracking per jetton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Cross-chain native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Omnistone swaps without leaving the app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AI-assisted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Mira integration for development AND user-facing features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Production-ready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Docker, health checks, auth, deployed on Vercel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★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Open architecture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Modular codebase, easy to extend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Why Wallets App stands out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Roadmap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2115725"/>
            <a:ext cx="72465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Multi-wallet portfolio aggregation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Telegram Mini App for mobile-first experience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4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DeFi yield tracking and staking analytics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5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Statistic aggregation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➔"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6</a:t>
            </a:r>
            <a:r>
              <a:rPr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— Integration in ArrayTon.com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311750" y="1330725"/>
            <a:ext cx="8520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What's next</a:t>
            </a:r>
            <a:endParaRPr b="1" sz="2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latin typeface="Inter"/>
                <a:ea typeface="Inter"/>
                <a:cs typeface="Inter"/>
                <a:sym typeface="Inter"/>
              </a:rPr>
              <a:t>Thank you!</a:t>
            </a:r>
            <a:endParaRPr sz="4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2773600"/>
            <a:ext cx="7246500" cy="20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🔗 Live app: </a:t>
            </a:r>
            <a:r>
              <a:rPr b="1" lang="ru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https://wallets.arrayton.com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📂 GitHub: </a:t>
            </a:r>
            <a:r>
              <a:rPr b="1" lang="ru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https://github.com/rAndom1zeeeR/ton-wallets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📂 Mira: </a:t>
            </a:r>
            <a:r>
              <a:rPr b="1" lang="ru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https://wallets.arrayton.com/mira/export/messages.html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🤖 Built with Mira AI agent (@mira)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  <a:r>
              <a:rPr b="1" lang="ru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Powered by STON.fi Omniston SDK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